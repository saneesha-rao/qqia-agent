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QQIA Agent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14630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4688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an AI Agent for FY27 Mint Rollover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Learnings on Tools, Platforms &amp; Enterprise Constraints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Seller Incentives  ·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42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"181 activities. 17 workstreams. 29 people.</a:t>
            </a:r>
            <a:endParaRPr lang="en-US" sz="2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Excel file as the source of truth."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97280" cy="36576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488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No real-time visibility — you have to open the spreadsheet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No dependency tracking — blocked items go unnoticed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No alerts — overdue steps discovered in weekly meetings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Leadership wants dashboards, not raw Excel rows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Question: Could an intelligent Teams agent solve this — reading the Excel, answering questions, tracking dependencies, and keeping everyone on the same page?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 Bot Framework SDK v4  ·  28 source files  ·  181 steps tracked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8191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"Update step 1.A to completed"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"Show me overdue items"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"Tasks for Pragya"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94960" y="1234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Dashboards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158191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by workstream, blockers,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path, overdue alerts —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as Adaptive Cards in Teams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28346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Engine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18211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Completing a step auto-detects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unblocked downstream work.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DAG-based critical path analysis.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74320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📥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94960" y="28346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Sync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3182112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from the source Excel.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back status changes.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fallback strategies.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15+ commands  ·  Adaptive Cards  ·  Typo correction  ·  Dual-track (Corp &amp; Fed)  ·  Proactive alerts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Journey — What We Tried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approach, what happened, and where it landed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521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52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097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Bot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0040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TypeScript, Bot Framework, Excel parsing, 28 files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0" y="1097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Success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16093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8836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554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Deployment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Bicep, App Service, Bot Service, GitHub Actions CI/CD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1554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Blocked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0665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0665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23408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0116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API Sync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0" y="2011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SharePoint REST API for Excel read/write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2011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Blocked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25237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27980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24688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Automate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00400" y="2468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triggers + Office Script + Excel connector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3232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Partial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29809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9809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32552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29260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COM Automation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200400" y="29260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5.1 + running Excel instance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2926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Works locally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34381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438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37124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3383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3200400" y="3383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sources, Dataverse, Agent Flows, Tools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13232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In Progress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38953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3895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02920" y="4169664"/>
            <a:ext cx="0" cy="182880"/>
          </a:xfrm>
          <a:prstGeom prst="line">
            <a:avLst/>
          </a:prstGeom>
          <a:noFill/>
          <a:ln w="19050">
            <a:solidFill>
              <a:srgbClr val="6264A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38404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200400" y="3840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cloud hosting with public URL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132320" y="3840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Works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65760" y="4352544"/>
            <a:ext cx="274320" cy="274320"/>
          </a:xfrm>
          <a:prstGeom prst="ellipse">
            <a:avLst/>
          </a:prstGeom>
          <a:solidFill>
            <a:srgbClr val="6264A7"/>
          </a:solidFill>
          <a:ln/>
        </p:spPr>
      </p:sp>
      <p:sp>
        <p:nvSpPr>
          <p:cNvPr id="48" name="Text 46"/>
          <p:cNvSpPr/>
          <p:nvPr/>
        </p:nvSpPr>
        <p:spPr>
          <a:xfrm>
            <a:off x="365760" y="43525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77240" y="42976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Tab (Web UI)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200400" y="4297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interface embedded as a Teams Tab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132320" y="4297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Compliance: What Blocked 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aren't bugs — they're intentional security measures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47472"/>
          </a:xfrm>
          <a:prstGeom prst="rect">
            <a:avLst/>
          </a:prstGeom>
          <a:solidFill>
            <a:srgbClr val="4B4D8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789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03120" y="107899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Specific Restriction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0789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89520" y="107899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426464"/>
            <a:ext cx="841248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426464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Conditional Access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03120" y="142646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protection policy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931920" y="1426464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Blocks az login, Teams Toolkit, any programmatic Azure auth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1426464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Azure, TTK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1901952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DLP Policy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03120" y="190195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Developer env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31920" y="190195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Blocks HTTP triggers in Power Automate, suspends flows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89520" y="1901952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Automate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377440"/>
            <a:ext cx="841248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377440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Registration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03120" y="23774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Secret/cert restriction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31920" y="237744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Cannot create client secrets or upload certificates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237744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API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852928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OneDrive Sync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103120" y="285292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lock (EBUSY)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85292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daemon locks Excel — Node.js writes fail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589520" y="2852928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write-back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328416"/>
            <a:ext cx="841248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328416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Proxy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103120" y="332841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CDN restrictions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0" y="332841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alcdn.msauth.net (MSAL) blocked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332841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MSAL.js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803904"/>
            <a:ext cx="8412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803904"/>
            <a:ext cx="1645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Settings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103120" y="38039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disabled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931920" y="3803904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Outgoing Webhooks disabled at org level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589520" y="3803904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43891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Understanding these policies upfront is critical. Most teams discover them mid-project — costing weeks of rework.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Adapted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blocker led to a creative workaround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713232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51560"/>
            <a:ext cx="73152" cy="713232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51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deploy to Azure?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400" y="109728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cloud hosting with a public URL. The bot runs in a Codespace — no Azure subscription needed. ~60 hrs/month on free tier.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8412480" cy="713232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" y="1874520"/>
            <a:ext cx="73152" cy="713232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register a Teams bot?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148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Tab (Web UI)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0" y="192024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 chat interface built in HTML/JS, added as a Website Tab in the Teams channel. Looks and feels native to Teams.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697480"/>
            <a:ext cx="8412480" cy="713232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365760" y="2697480"/>
            <a:ext cx="73152" cy="713232"/>
          </a:xfrm>
          <a:prstGeom prst="roundRect">
            <a:avLst>
              <a:gd name="adj" fmla="val 50000"/>
            </a:avLst>
          </a:prstGeom>
          <a:solidFill>
            <a:srgbClr val="13A10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97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sync Excel via cloud APIs?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COM + Office Scripts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274320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5.1 talks to the running Excel instance locally. Office Scripts call the bot's JSON API. Download button as fallback.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7692"/>
            </a:avLst>
          </a:prstGeom>
          <a:solidFill>
            <a:srgbClr val="F5F5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520440"/>
            <a:ext cx="73152" cy="713232"/>
          </a:xfrm>
          <a:prstGeom prst="roundRect">
            <a:avLst>
              <a:gd name="adj" fmla="val 50000"/>
            </a:avLst>
          </a:prstGeom>
          <a:solidFill>
            <a:srgbClr val="F7630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520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 can't query tables?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Online Connector Tool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00400" y="35661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"Get a row" tool does precise lookups by step ID. Knowledge source handles general Q&amp;A. Best of both worlds.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Takeaway: Standard paths may be blocked — but there's almost always an alternative if the team stays flexible.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Platform-by-Platform: What We Learned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60520" cy="1417320"/>
          </a:xfrm>
          <a:prstGeom prst="roundRect">
            <a:avLst>
              <a:gd name="adj" fmla="val 3871"/>
            </a:avLst>
          </a:prstGeom>
          <a:solidFill>
            <a:srgbClr val="FDE7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☁️  Azure Deployment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Tried: az login, Teams Toolkit, Bicep, GitHub Actions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All blocked by Conditional Access token protection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Lesson: Verify Azure auth works before building CI/CD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051560"/>
            <a:ext cx="4160520" cy="1417320"/>
          </a:xfrm>
          <a:prstGeom prst="roundRect">
            <a:avLst>
              <a:gd name="adj" fmla="val 3871"/>
            </a:avLst>
          </a:prstGeom>
          <a:solidFill>
            <a:srgbClr val="FDE7E9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Graph API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41732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Tried: Client secret, certificate, MSAL.js (SPA PKCE)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No secrets allowed; CDN blocked; admin consent needed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Lesson: Graph requires IT involvement in locked-down tenants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606040"/>
            <a:ext cx="4160520" cy="1417320"/>
          </a:xfrm>
          <a:prstGeom prst="roundRect">
            <a:avLst>
              <a:gd name="adj" fmla="val 3871"/>
            </a:avLst>
          </a:prstGeom>
          <a:solidFill>
            <a:srgbClr val="FFF3E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Power Automate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97180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Excel Online connector reads/writes rows perfectly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Office Script runs and returns 181 rows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HTTP triggers suspended by DLP (Personal Developer env)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Lesson: Excel connector = great; HTTP trigger needs team env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606040"/>
            <a:ext cx="4160520" cy="1417320"/>
          </a:xfrm>
          <a:prstGeom prst="roundRect">
            <a:avLst>
              <a:gd name="adj" fmla="val 3871"/>
            </a:avLst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Copilot Studio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97180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Agent created, Excel knowledge "Ready"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Knowledge source can't do structured row lookups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"Get a row" tool configured but routing needs work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Lesson: Use Topics + connector tools for tabular data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4206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notes and code available in the GitHub repo: Saneesha-Rao/QQIA-Agent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Scorecard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each platform landed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solidFill>
            <a:srgbClr val="4B4D8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/ Tool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0" y="10515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399032"/>
            <a:ext cx="84124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3990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 Bot (custom)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139903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Built &amp; working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3990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15+ commands, dependency DAG, dashboards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783080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830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Deployment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17830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Blocked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7830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Conditional Access, no subscription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167128"/>
            <a:ext cx="84124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16712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API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16712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Blocked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1671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app secrets, admin consent required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551176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5511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Automate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255117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Partial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55117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connector works; HTTP triggers DLP-blocked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2935224"/>
            <a:ext cx="84124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93522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COM Sync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293522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Works locally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935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5.1 + running Excel instance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331927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3192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0" y="33192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In progress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31927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tool configured, needs topic routing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703320"/>
            <a:ext cx="84124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37033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00400" y="3703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Works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3703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cloud hosting, public URL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4087368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08736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Tab (Web UI)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00400" y="408736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Live in Teams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46320" y="408736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interface accessible to the team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Learnings for the Team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project taught us about building agents in enterprise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97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compliance before writing code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10972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access, DLP policies, app registration restrictions, admin consent — 10 minutes with IT upfront saves weeks of rework.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755648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" y="1755648"/>
            <a:ext cx="64008" cy="548640"/>
          </a:xfrm>
          <a:prstGeom prst="roundRect">
            <a:avLst>
              <a:gd name="adj" fmla="val 42857"/>
            </a:avLst>
          </a:prstGeom>
          <a:solidFill>
            <a:srgbClr val="13A10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755648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10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175564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for fallbacks from day one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1755648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bot has 4 sync paths: COM → Power Automate → Graph → local. In enterprise, assume the primary path will be blocked.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365760" y="2414016"/>
            <a:ext cx="64008" cy="548640"/>
          </a:xfrm>
          <a:prstGeom prst="roundRect">
            <a:avLst>
              <a:gd name="adj" fmla="val 42857"/>
            </a:avLst>
          </a:prstGeom>
          <a:solidFill>
            <a:srgbClr val="F7630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41401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6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2414016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 ≠ structured data queries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24140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sources use semantic search — great for documents, poor for row lookups. Pair with Topics + connector tools.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072384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072384"/>
            <a:ext cx="64008" cy="548640"/>
          </a:xfrm>
          <a:prstGeom prst="roundRect">
            <a:avLst>
              <a:gd name="adj" fmla="val 42857"/>
            </a:avLst>
          </a:prstGeom>
          <a:solidFill>
            <a:srgbClr val="6264A7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07238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3072384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vs Team environments matter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0" y="3072384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Platform DLP varies by environment. The "Personal Developer" env is the most restrictive. A team env may unblock everything.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730752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65760" y="3730752"/>
            <a:ext cx="64008" cy="548640"/>
          </a:xfrm>
          <a:prstGeom prst="roundRect">
            <a:avLst>
              <a:gd name="adj" fmla="val 42857"/>
            </a:avLst>
          </a:prstGeom>
          <a:solidFill>
            <a:srgbClr val="4B4D8A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30752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B4D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fast, pivot faster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0480" y="373075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"proper" paths are blocked, Codespaces + Teams Tab delivered a working experience to the team in hours — not weeks.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Next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unblock production deployment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🏢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430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team Power Platform environment — unblocks Power Automate flows &amp; Copilot Studio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0" y="13258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D134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202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9202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one app secret from IT — unlocks Graph API for full SharePoint Excel sync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80960" y="21031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D13438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0" y="2103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9748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69748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26974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Finish Copilot Studio agent — Topics + Excel tool for queries + write-back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80960" y="288036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7630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28803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47472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5F5F5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7472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51560" y="34747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subscription — enables App Service + Bot Service for production hosting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80960" y="36576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7630C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3657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6264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code is built and tested. The infrastructure is the remaining bottleneck.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264A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built.</a:t>
            </a:r>
            <a:endParaRPr lang="en-US" sz="2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constraints are mapped.</a:t>
            </a:r>
            <a:endParaRPr lang="en-US" sz="2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path to production is clear.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0" y="310896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3832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0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0A0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GitHub: Saneesha-Rao/QQIA-Agent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QQIA Agent — Building an AI Agent in Enterprise</dc:title>
  <dc:subject>FY27 Mint Rollover</dc:subject>
  <dc:creator>Saneesha</dc:creator>
  <cp:lastModifiedBy>Saneesha</cp:lastModifiedBy>
  <cp:revision>1</cp:revision>
  <dcterms:created xsi:type="dcterms:W3CDTF">2026-04-14T05:39:12Z</dcterms:created>
  <dcterms:modified xsi:type="dcterms:W3CDTF">2026-04-14T05:39:12Z</dcterms:modified>
</cp:coreProperties>
</file>