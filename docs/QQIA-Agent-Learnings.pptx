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5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49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QQIA Agent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146304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D0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an AI Agent for FY27 Mint Rollover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D0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Learnings on Tools, Platforms &amp; Enterprise Constraints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 Incentives  ·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703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"181 activities. 17 workstreams. 29 people.</a:t>
            </a:r>
            <a:endParaRPr lang="en-US" sz="2200" dirty="0">
              <a:solidFill>
                <a:srgbClr val="7030A0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703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Excel file as the source of truth."</a:t>
            </a:r>
            <a:endParaRPr lang="en-US" sz="2200" dirty="0">
              <a:solidFill>
                <a:srgbClr val="7030A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97280" cy="36576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No real-time visibility — you have to open the spreadsheet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No dependency tracking — blocked items go unnoticed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No alerts — overdue steps discovered in weekly meetings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Leadership wants dashboards, not raw Excel rows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703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Question: Could an intelligent Teams agent solve this — reading the Excel, answering questions, tracking dependencies, and keeping everyone on the same page?</a:t>
            </a:r>
            <a:endParaRPr lang="en-US" sz="1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Bot Framework SDK v4  ·  28 source files  ·  181 steps tracked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6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"Update step 1.A to completed"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"Show me overdue items"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"Tasks for Pragya"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4960" y="1234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6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Dashboards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58191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by workstream, blockers,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path, overdue alerts —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as Adaptive Cards in Teams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6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18211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Completing a step auto-detects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unblocked downstream work.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DAG-based critical path analysis.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7432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834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6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Sync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318211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from the source Excel.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back status changes.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fallback strategies.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15+ commands  ·  Adaptive Cards  ·  Typo correction  ·  Dual-track (Corp &amp; Fed)  ·  Proactive alerts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Journey — What We Tried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approach, what happened, and where it landed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274320" cy="274320"/>
          </a:xfrm>
          <a:prstGeom prst="ellipse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0" cy="182880"/>
          </a:xfrm>
          <a:prstGeom prst="line">
            <a:avLst/>
          </a:prstGeom>
          <a:noFill/>
          <a:ln w="19050">
            <a:solidFill>
              <a:srgbClr val="6264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097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Bot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TypeScript, Bot Framework, Excel parsing, 28 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Success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09344"/>
            <a:ext cx="274320" cy="274320"/>
          </a:xfrm>
          <a:prstGeom prst="ellipse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883664"/>
            <a:ext cx="0" cy="182880"/>
          </a:xfrm>
          <a:prstGeom prst="line">
            <a:avLst/>
          </a:prstGeom>
          <a:noFill/>
          <a:ln w="19050">
            <a:solidFill>
              <a:srgbClr val="6264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Deployment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Bicep, App Service, Bot Service, GitHub Actions CI/CD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Blocked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066544"/>
            <a:ext cx="274320" cy="274320"/>
          </a:xfrm>
          <a:prstGeom prst="ellipse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2066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340864"/>
            <a:ext cx="0" cy="182880"/>
          </a:xfrm>
          <a:prstGeom prst="line">
            <a:avLst/>
          </a:prstGeom>
          <a:noFill/>
          <a:ln w="19050">
            <a:solidFill>
              <a:srgbClr val="6264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2011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API Sync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 REST API for Excel read/write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Blocked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523744"/>
            <a:ext cx="274320" cy="274320"/>
          </a:xfrm>
          <a:prstGeom prst="ellipse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2798064"/>
            <a:ext cx="0" cy="182880"/>
          </a:xfrm>
          <a:prstGeom prst="line">
            <a:avLst/>
          </a:prstGeom>
          <a:noFill/>
          <a:ln w="19050">
            <a:solidFill>
              <a:srgbClr val="6264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24688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Automate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0040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triggers + Office Script + Excel connector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6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Partial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980944"/>
            <a:ext cx="274320" cy="274320"/>
          </a:xfrm>
          <a:prstGeom prst="ellipse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255264"/>
            <a:ext cx="0" cy="182880"/>
          </a:xfrm>
          <a:prstGeom prst="line">
            <a:avLst/>
          </a:prstGeom>
          <a:noFill/>
          <a:ln w="19050">
            <a:solidFill>
              <a:srgbClr val="6264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724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COM Automation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5.1 + running Excel instance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Works locally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438144"/>
            <a:ext cx="274320" cy="274320"/>
          </a:xfrm>
          <a:prstGeom prst="ellipse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3712464"/>
            <a:ext cx="0" cy="182880"/>
          </a:xfrm>
          <a:prstGeom prst="line">
            <a:avLst/>
          </a:prstGeom>
          <a:noFill/>
          <a:ln w="19050">
            <a:solidFill>
              <a:srgbClr val="6264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77240" y="3383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20040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sources, Dataverse, Agent Flows, Tools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76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In Progress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3895344"/>
            <a:ext cx="274320" cy="274320"/>
          </a:xfrm>
          <a:prstGeom prst="ellipse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65760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4169664"/>
            <a:ext cx="0" cy="182880"/>
          </a:xfrm>
          <a:prstGeom prst="line">
            <a:avLst/>
          </a:prstGeom>
          <a:noFill/>
          <a:ln w="19050">
            <a:solidFill>
              <a:srgbClr val="6264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77240" y="3840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Codespaces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20040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cloud hosting with public URL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Works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4352544"/>
            <a:ext cx="274320" cy="274320"/>
          </a:xfrm>
          <a:prstGeom prst="ellipse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65760" y="4352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7240" y="4297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Tab (Web UI)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320040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interface embedded as a Teams Tab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3232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Live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Compliance: What Blocked 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aren't bugs — they're intentional security measures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solidFill>
            <a:srgbClr val="4B4D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078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 Restriction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0" y="10789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26464"/>
            <a:ext cx="841248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4264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Access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14264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protection policy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42646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az login, Teams Toolkit, any programmatic Azure auth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14264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Azure, TTK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19019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DLP Policy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3120" y="19019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Developer env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19019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HTTP triggers in Power Automate, suspends flows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19019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Automate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377440"/>
            <a:ext cx="841248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3774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Registration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03120" y="23774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Secret/cert restriction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23774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create client secrets or upload certificates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2377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852928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285292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 Sync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03120" y="2852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lock (EBUSY)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285292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daemon locks Excel — Node.js writes fail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28529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write-back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328416"/>
            <a:ext cx="841248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332841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Proxy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03120" y="33284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 restrictions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0" y="332841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alcdn.msauth.net (MSAL) blocked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332841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MSAL.js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803904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" y="380390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Settings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103120" y="38039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disabled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31920" y="380390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Outgoing Webhooks disabled at org level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89520" y="380390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Understanding these policies upfront is critical. Most teams discover them mid-project — costing weeks of rework.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Adapted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blocker led to a creative workaround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73152" cy="71323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deploy to Azure?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Codespaces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109728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cloud hosting with a public URL. The bot runs in a Codespace — no Azure subscription needed. ~60 hrs/month on free tier.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73152" cy="713232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register a Teams bot?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26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Tab (Web UI)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192024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 chat interface built in HTML/JS, added as a Website Tab in the Teams channel. Looks and feels native to Teams.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73152" cy="713232"/>
          </a:xfrm>
          <a:prstGeom prst="roundRect">
            <a:avLst>
              <a:gd name="adj" fmla="val 50000"/>
            </a:avLst>
          </a:prstGeom>
          <a:solidFill>
            <a:srgbClr val="13A1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sync Excel via cloud APIs?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COM + Office Scripts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274320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5.1 talks to the running Excel instance locally. Office Scripts call the bot's JSON API. Download button as fallback.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73152" cy="713232"/>
          </a:xfrm>
          <a:prstGeom prst="roundRect">
            <a:avLst>
              <a:gd name="adj" fmla="val 50000"/>
            </a:avLst>
          </a:prstGeom>
          <a:solidFill>
            <a:srgbClr val="F763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can't query tables?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6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Online Connector Tool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00400" y="356616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"Get a row" tool does precise lookups by step ID. Knowledge source handles general Q&amp;A. Best of both worlds.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Takeaway: Standard paths may be blocked — but there's almost always an alternative if the team stays flexible.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Platform-by-Platform: What We Learned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FDE7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 Azure Deployment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Tried: az login, Teams Toolkit, Bicep, GitHub Actions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All blocked by Conditional Access token protection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Lesson: Verify Azure auth works before building CI/CD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FDE7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9204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 Graph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Tried: Client secret, certificate, MSAL.js (SPA PKCE)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No secrets allowed; CDN blocked; admin consent needed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Lesson: Graph requires IT involvement in locked-down tenants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6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Power Automate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Excel Online connector reads/writes rows perfectly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Office Script runs and returns 181 rows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HTTP triggers suspended by DLP (Personal Developer env)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Lesson: Excel connector = great; HTTP trigger needs team env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60604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6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Copilot Studio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9718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Agent created, Excel knowledge "Ready"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Knowledge source can't do structured row lookups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"Get a row" tool configured but routing needs work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Lesson: Use Topics + connector tools for tabular data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notes and code available in the GitHub repo: Saneesha-Rao/QQIA-Agent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Scorecard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each platform landed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solidFill>
            <a:srgbClr val="4B4D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/ Tool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0515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99032"/>
            <a:ext cx="841248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3990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Bot (custom)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3990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Built &amp; working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3990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15+ commands, dependency DAG, dashboards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Deployment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1783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Blocked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Access, no subscription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67128"/>
            <a:ext cx="841248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1671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16712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Blocked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1671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app secrets, admin consent required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551176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25511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Automate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25511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6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Partial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5511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connector works; HTTP triggers DLP-blocked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35224"/>
            <a:ext cx="841248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29352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COM Sync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293522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Works locally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9352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5.1 + running Excel instance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319272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200" y="33192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33192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6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In progress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3192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tool configured, needs topic routing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841248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" y="3703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Codespaces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0" y="3703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Works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703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cloud hosting, public URL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087368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40873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Tab (Web UI)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00400" y="40873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Live in Teams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0873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interface accessible to the team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Learnings for the 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project taught us about building agents in enterprise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548640"/>
          </a:xfrm>
          <a:prstGeom prst="roundRect">
            <a:avLst>
              <a:gd name="adj" fmla="val 42857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compliance before writing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1097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access, DLP policies, app registration restrictions, admin consent — 10 minutes with IT upfront saves weeks of rework.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64008" cy="548640"/>
          </a:xfrm>
          <a:prstGeom prst="roundRect">
            <a:avLst>
              <a:gd name="adj" fmla="val 42857"/>
            </a:avLst>
          </a:prstGeom>
          <a:solidFill>
            <a:srgbClr val="13A1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17556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A1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17556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for fallbacks from day 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75564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bot has 4 sync paths: COM → Power Automate → Graph → local. In enterprise, assume the primary path will be blocked.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14016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414016"/>
            <a:ext cx="64008" cy="548640"/>
          </a:xfrm>
          <a:prstGeom prst="roundRect">
            <a:avLst>
              <a:gd name="adj" fmla="val 42857"/>
            </a:avLst>
          </a:prstGeom>
          <a:solidFill>
            <a:srgbClr val="F763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4140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6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41401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≠ structured data queries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4140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sources use semantic search — great for documents, poor for row lookups. Pair with Topics + connector tools.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72384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072384"/>
            <a:ext cx="64008" cy="548640"/>
          </a:xfrm>
          <a:prstGeom prst="roundRect">
            <a:avLst>
              <a:gd name="adj" fmla="val 42857"/>
            </a:avLst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0723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26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0723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vs Team environments matter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307238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Platform DLP varies by environment. The "Personal Developer" env is the most restrictive. A team env may unblock everything.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30752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3730752"/>
            <a:ext cx="64008" cy="548640"/>
          </a:xfrm>
          <a:prstGeom prst="roundRect">
            <a:avLst>
              <a:gd name="adj" fmla="val 42857"/>
            </a:avLst>
          </a:prstGeom>
          <a:solidFill>
            <a:srgbClr val="4B4D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730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4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37307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fast, pivot faster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373075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8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"proper" paths are blocked, Codespaces + Teams Tab delivered a working experience to the team in hours — not weeks.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would unblock production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a team Power Platform environment — unblocks Power Automate flows &amp; Copilot Studio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13258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134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68096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one app secret from IT — unlocks Graph API for full SharePoint Excel sync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80960" y="21031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134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8096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697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697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 Copilot Studio agent — Topics + Excel tool for queries + write-back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80960" y="2880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763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680960" y="2880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474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474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subscription — enables App Service + Bot Service for production hosting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80960" y="36576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763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68096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626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code is built and tested. The infrastructure is the remaining bottleneck.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0" y="3108960"/>
            <a:ext cx="146304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2781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0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Saneesha-Rao/QQIA-Agent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1223</Words>
  <Application>Microsoft Office PowerPoint</Application>
  <PresentationFormat>On-screen Show (16:9)</PresentationFormat>
  <Paragraphs>208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QQIA Agent — Building an AI Agent in Enterprise</dc:title>
  <dc:subject>FY27 Mint Rollover</dc:subject>
  <dc:creator>Saneesha</dc:creator>
  <cp:lastModifiedBy>Saneesha Lingala</cp:lastModifiedBy>
  <cp:revision>2</cp:revision>
  <dcterms:created xsi:type="dcterms:W3CDTF">2026-04-14T05:39:12Z</dcterms:created>
  <dcterms:modified xsi:type="dcterms:W3CDTF">2026-04-17T11:37:53Z</dcterms:modified>
</cp:coreProperties>
</file>